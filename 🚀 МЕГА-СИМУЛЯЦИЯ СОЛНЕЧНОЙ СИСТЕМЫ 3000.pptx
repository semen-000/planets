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6357" autoAdjust="0"/>
  </p:normalViewPr>
  <p:slideViewPr>
    <p:cSldViewPr snapToGrid="0">
      <p:cViewPr varScale="1">
        <p:scale>
          <a:sx n="100" d="100"/>
          <a:sy n="100" d="100"/>
        </p:scale>
        <p:origin x="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E6694-2049-4798-BCC3-399B1C0BD4C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57AA2-A45E-4A0E-9A3D-3DF154E9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74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57AA2-A45E-4A0E-9A3D-3DF154E9F9E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324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18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597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054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310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26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982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526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4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02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30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0424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315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4119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523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890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281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EBEE9-C2C9-4E8E-A1D5-146EF8406CF8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321106B-D6EF-4B40-AF7E-1A529EF33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06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3DC9B-433E-4978-BFBC-8E1FA289A3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🚀 МЕГА-СИМУЛЯЦИЯ СОЛНЕЧНОЙ СИСТЕМЫ 3000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1EF123-011D-4D68-9EE8-46981C8236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Разработчик: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[Бузанов Семён]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 algn="ctr"/>
            <a:r>
              <a:rPr lang="ru-RU" dirty="0">
                <a:solidFill>
                  <a:srgbClr val="0F1115"/>
                </a:solidFill>
                <a:latin typeface="quote-cjk-patch"/>
              </a:rPr>
              <a:t>Группа: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23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ИСд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109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8256E-C59D-4ACF-9F0B-0BECD804F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F1115"/>
                </a:solidFill>
                <a:effectLst/>
                <a:latin typeface="quote-cjk-patch"/>
              </a:rPr>
              <a:t>Цель и концепция проекта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28AF9D-5C13-4C47-BD46-9530363CFB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 проекта: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Создание интерактивной, визуально насыщенной симуляции Солнечной системы с максимальной детализацией и элементами геймификации для изучения астрономии.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Ключевая концепция: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«Симулятор 3000» — это не просто движение планет по орбитам, а полноценная космическая песочница с акцентом на: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Визуальные эффекты (туманности, звезды, черные дыры).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Образовательный компонент (подробная информация о каждой планете).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Гибкость управления (свободное перемещение по космосу).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Целевая аудитория: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Школьники, студенты, любители астрономии и все, кто хочет в игровой форме изучить строение Солнечной системы.</a:t>
            </a:r>
          </a:p>
          <a:p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7EB296F-1D71-4C97-8ECA-18EBE1983A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91375" y="2406686"/>
            <a:ext cx="4313238" cy="3216203"/>
          </a:xfrm>
        </p:spPr>
      </p:pic>
    </p:spTree>
    <p:extLst>
      <p:ext uri="{BB962C8B-B14F-4D97-AF65-F5344CB8AC3E}">
        <p14:creationId xmlns:p14="http://schemas.microsoft.com/office/powerpoint/2010/main" val="335183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FD650B-52F0-459F-B0A8-82FCAE0A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4000" b="1" dirty="0">
                <a:solidFill>
                  <a:srgbClr val="0F1115"/>
                </a:solidFill>
                <a:effectLst/>
                <a:latin typeface="quote-cjk-patch"/>
              </a:rPr>
              <a:t>Технический стек и библиотеки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9C442B-7F64-42A5-B604-416E841611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Проект написан на Python с использованием минимального количества внешних зависимостей для простоты запуска.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Основные библиотеки: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tkinter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Ядро графического интерфейса (отрисовка, окна, элементы управления).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math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Математические расчеты для движения по орбитам (синусы, косинусы, углы).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random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Генерация случайных параметров (положение звезд, начальные углы планет).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json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Сохранение и загрузка состояния симуляции.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threading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Поток для подсчета FPS в фоне.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Опционально (для максимальной графики):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Pillow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(PIL):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Загрузка и обработка изображений планет, создание текстур, градиентов и эффектов свечения.</a:t>
            </a:r>
          </a:p>
          <a:p>
            <a:endParaRPr lang="ru-RU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DE8519D-1F71-4AB5-A6F3-D800FBBE4D3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1375" y="2801690"/>
            <a:ext cx="4313238" cy="242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85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6A4FF-C696-482B-91A3-53C5BCDE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4000" b="1" dirty="0">
                <a:solidFill>
                  <a:srgbClr val="0F1115"/>
                </a:solidFill>
                <a:effectLst/>
                <a:latin typeface="quote-cjk-patch"/>
              </a:rPr>
              <a:t>Структура проекта (архитектура)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BB8F71FE-205A-4DBD-BDE0-26ADF52A5CB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58240" y="2084832"/>
            <a:ext cx="5547360" cy="47038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Основные компоненты класса: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Инициализация (</a:t>
            </a:r>
            <a:r>
              <a:rPr kumimoji="0" lang="en-US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__</a:t>
            </a:r>
            <a:r>
              <a:rPr kumimoji="0" lang="en-US" altLang="ru-RU" sz="160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init</a:t>
            </a:r>
            <a:r>
              <a:rPr kumimoji="0" lang="en-US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__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Настройка окна.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Определение констант (скорость, масштаб).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Генерация «Вселенной» (звезды, туманности).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Данные (</a:t>
            </a:r>
            <a:r>
              <a:rPr lang="en-US" altLang="ru-RU" sz="1600" dirty="0" err="1">
                <a:solidFill>
                  <a:srgbClr val="0F1115"/>
                </a:solidFill>
                <a:latin typeface="Menlo"/>
              </a:rPr>
              <a:t>planets_data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Словарь с характеристиками планет (цвет, размер,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скорость, текстуры, спутники).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Интерфейс (</a:t>
            </a:r>
            <a:r>
              <a:rPr lang="en-US" altLang="ru-RU" sz="1600" dirty="0" err="1">
                <a:solidFill>
                  <a:srgbClr val="0F1115"/>
                </a:solidFill>
                <a:latin typeface="Menlo"/>
              </a:rPr>
              <a:t>create_mega_interface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Построение панелей инструментов, вкладок, кан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-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васа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для рисования.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Игровой цикл (</a:t>
            </a:r>
            <a:r>
              <a:rPr lang="en-US" altLang="ru-RU" sz="1600" dirty="0">
                <a:solidFill>
                  <a:srgbClr val="0F1115"/>
                </a:solidFill>
                <a:latin typeface="Menlo"/>
              </a:rPr>
              <a:t>animate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Бесконечный цикл, обновляющий положение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объек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тов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и перерисовывающий холст 20 раз в секунду.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Визуализация (</a:t>
            </a:r>
            <a:r>
              <a:rPr lang="en-US" altLang="ru-RU" sz="1600" dirty="0">
                <a:solidFill>
                  <a:srgbClr val="0F1115"/>
                </a:solidFill>
                <a:latin typeface="Menlo"/>
              </a:rPr>
              <a:t>draw_...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Набор методов для отрисовки звезд, планет, колец, астероидов и спецэффектов.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8CD1DBE-1CC1-42A9-8EEB-FCC1AA4609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32341" y="2162900"/>
            <a:ext cx="4754562" cy="1489166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4B625C-543A-446C-A2AF-A5AB67622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341" y="4436754"/>
            <a:ext cx="4754562" cy="154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92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501F6-D5AF-474F-B2D1-DA02DC752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F1115"/>
                </a:solidFill>
                <a:effectLst/>
                <a:latin typeface="quote-cjk-patch"/>
              </a:rPr>
              <a:t>Генерация Вселенной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DCC2DE-3FDB-478E-8A8B-A529F6E3BE5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49956" y="2270357"/>
            <a:ext cx="5818632" cy="362662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Звездное поле (</a:t>
            </a:r>
            <a:r>
              <a:rPr lang="en-US" altLang="ru-RU" sz="1800" dirty="0" err="1">
                <a:solidFill>
                  <a:srgbClr val="0F1115"/>
                </a:solidFill>
                <a:latin typeface="Menlo"/>
              </a:rPr>
              <a:t>generate_stars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3000 звезд с разной яркостью, размером, цветом (спектральный класс).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Эффект параллакса (ближние звезды движутся быстрее дальних).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Некоторые звезды «мерцают» (переменные).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Объекты глубокого космоса (</a:t>
            </a:r>
            <a:r>
              <a:rPr lang="en-US" altLang="ru-RU" sz="1800" dirty="0" err="1">
                <a:solidFill>
                  <a:srgbClr val="0F1115"/>
                </a:solidFill>
                <a:latin typeface="Menlo"/>
              </a:rPr>
              <a:t>generate_deep_space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Галактики, туманности, квазары на заднем плане.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Пояс астероидов (</a:t>
            </a:r>
            <a:r>
              <a:rPr lang="en-US" altLang="ru-RU" sz="1800" dirty="0" err="1">
                <a:solidFill>
                  <a:srgbClr val="0F1115"/>
                </a:solidFill>
                <a:latin typeface="Menlo"/>
              </a:rPr>
              <a:t>generate_asteroid_belt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500 астероидов между Марсом и Юпитером, вращающихся с разной скоростью.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Туманности (</a:t>
            </a:r>
            <a:r>
              <a:rPr lang="en-US" altLang="ru-RU" sz="1800" dirty="0" err="1">
                <a:solidFill>
                  <a:srgbClr val="0F1115"/>
                </a:solidFill>
                <a:latin typeface="Menlo"/>
              </a:rPr>
              <a:t>generate_nebulae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30 цветных туманностей с эффектом пульсации.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Первоначальное создание Вселенной начинается с Большого взрыва,  необыкновенного момента огромной энергии, зажигающей формирование всего  существующего, от галактик до фундаментальных сил, которые формируют  реальность. | Премиум AI-сгенерированное ...">
            <a:extLst>
              <a:ext uri="{FF2B5EF4-FFF2-40B4-BE49-F238E27FC236}">
                <a16:creationId xmlns:a16="http://schemas.microsoft.com/office/drawing/2014/main" id="{B46126B6-510E-4C41-964A-ADFE9CACCDF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1375" y="3205195"/>
            <a:ext cx="4313238" cy="161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3808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DAB77-ECFA-40B4-B809-04D82DB6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09047"/>
          </a:xfrm>
        </p:spPr>
        <p:txBody>
          <a:bodyPr/>
          <a:lstStyle/>
          <a:p>
            <a:pPr algn="ctr"/>
            <a:r>
              <a:rPr lang="ru-RU" sz="4000" b="1" dirty="0">
                <a:solidFill>
                  <a:srgbClr val="0F1115"/>
                </a:solidFill>
                <a:effectLst/>
                <a:latin typeface="quote-cjk-patch"/>
              </a:rPr>
              <a:t>Управление и интерфейс (</a:t>
            </a:r>
            <a:r>
              <a:rPr lang="en-US" sz="4000" b="1" dirty="0">
                <a:solidFill>
                  <a:srgbClr val="0F1115"/>
                </a:solidFill>
                <a:effectLst/>
                <a:latin typeface="quote-cjk-patch"/>
              </a:rPr>
              <a:t>UX)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49EF04-CCEA-4F8B-B6F0-353135922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8" y="1718038"/>
            <a:ext cx="5559553" cy="486373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Панель управления (сверху):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Ползунки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Скорости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и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Зума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 точной настройкой.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Кнопки: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Пауза, Сброс, Центр, Следить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Индикаторы: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FPS, Время симуляции, Координаты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Работа с мышью: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ЛКМ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выбрать планету (информация справа).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Перетаскивание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перемещение по космосу (панорамирование).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Колесико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изменение масштаба (зум).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Двойной клик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центрировать вид на планете.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ПКМ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контекстное меню с быстрыми командами.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Горячие клавиши: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Пробел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пауза.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C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центр.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+ / -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зум.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F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следить за выбранной планетой.</a:t>
            </a:r>
          </a:p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E16D1EE-C1EE-4343-A3DB-3B64DB44E35C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16376" y="2125663"/>
            <a:ext cx="3663235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21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291EE-65F6-4434-8809-DC0E233B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Детальная информация о планетах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138C6C-8B42-4420-9D1A-15937401F5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Образовательная часть проекта. При клике на планету справа открывается подробное досье с реальными научными данными.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Что можно узнать: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Название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(рус/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англ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 и тип (планета/карликовая).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Физические характеристики: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радиус, масса, плотность, сила тяжести, температура.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Орбитальные данные: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расстояние до Солнца, период обращения, скорость.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Состав: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наличие атмосферы, колец, количество спутников.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История: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кем и когда открыта, в честь кого названа.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Интересный факт: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"Сатурн плавал бы в воде", "Венера вращается в обратную сторону".</a:t>
            </a: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Визуализация данных сопровождается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цветным индикатором планеты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и, при наличии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Pillow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её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изображением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endParaRPr lang="ru-RU" dirty="0"/>
          </a:p>
        </p:txBody>
      </p:sp>
      <p:pic>
        <p:nvPicPr>
          <p:cNvPr id="4098" name="Picture 2" descr="Более 51 300 работ на тему «солнечная система»: стоковые ...">
            <a:extLst>
              <a:ext uri="{FF2B5EF4-FFF2-40B4-BE49-F238E27FC236}">
                <a16:creationId xmlns:a16="http://schemas.microsoft.com/office/drawing/2014/main" id="{96F7A322-DF09-4E86-B374-9227C6978FE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4506" y="3090863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380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BBF2A-D17D-43C4-85AD-E95C06673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Визуальные эффекты (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Feature Highlights)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449AE6-62E3-43AB-8E3C-5CAAF4F7B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8" y="2089186"/>
            <a:ext cx="4754880" cy="422017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ru-RU" sz="2100" b="0" i="0" dirty="0">
                <a:solidFill>
                  <a:srgbClr val="0F1115"/>
                </a:solidFill>
                <a:effectLst/>
                <a:latin typeface="quote-cjk-patch"/>
              </a:rPr>
              <a:t>Проект перенасыщен визуальными эффектами для создания "ВАУ-эффекта".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Солнце: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100" b="0" i="0" dirty="0">
                <a:solidFill>
                  <a:srgbClr val="0F1115"/>
                </a:solidFill>
                <a:effectLst/>
                <a:latin typeface="quote-cjk-patch"/>
              </a:rPr>
              <a:t>Рисуется с использованием пользовательского изображения, имеет динамическую корону, солнечные вспышки и пятна.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Планеты: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Сатурн: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Прорисованы знаменитые кольца (4 слоя).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Юпитер: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На текстуру накладывается Большое Красное Пятно.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Градиенты: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Планеты рисованные (без фото) имеют плавный градиент, блик и тень.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Космические явления: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Кометы: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Случайно появляются и пролетают, оставляя за собой хвост.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Черные дыры: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Статичные объекты с аккреционным диском.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Созвездия: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Линии, соединяющие яркие звезды (по желанию).</a:t>
            </a:r>
          </a:p>
          <a:p>
            <a:endParaRPr lang="ru-RU" dirty="0"/>
          </a:p>
        </p:txBody>
      </p:sp>
      <p:pic>
        <p:nvPicPr>
          <p:cNvPr id="5122" name="Picture 2" descr="10 очень редких космических явлений, свидетелями которых стали астрономы -  Hi-News.ru">
            <a:extLst>
              <a:ext uri="{FF2B5EF4-FFF2-40B4-BE49-F238E27FC236}">
                <a16:creationId xmlns:a16="http://schemas.microsoft.com/office/drawing/2014/main" id="{56312B5A-6D86-40AB-B325-24D7B60EDC1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1375" y="2598055"/>
            <a:ext cx="4313238" cy="283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536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A7B2F-02D3-4833-A96A-FA11F093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Функции сохранения и экспорта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FE3E51-49AF-49D0-A813-FB9DC92A149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24127" y="2184285"/>
            <a:ext cx="4754880" cy="42267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💾 Сохранить симуляцию (</a:t>
            </a:r>
            <a:r>
              <a:rPr lang="en-US" altLang="ru-RU" sz="1700" dirty="0" err="1">
                <a:solidFill>
                  <a:srgbClr val="0F1115"/>
                </a:solidFill>
                <a:latin typeface="Menlo"/>
              </a:rPr>
              <a:t>save_simulation</a:t>
            </a: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7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Сохраняет текущее состояние (положения планет, скор-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ость, зум) в JSON-файл.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Позволяет вернуться к интересному моменту позже.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📂 Загрузить симуляцию (</a:t>
            </a:r>
            <a:r>
              <a:rPr lang="en-US" altLang="ru-RU" sz="1700" dirty="0" err="1">
                <a:solidFill>
                  <a:srgbClr val="0F1115"/>
                </a:solidFill>
                <a:latin typeface="Menlo"/>
              </a:rPr>
              <a:t>load_simulation</a:t>
            </a: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7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Загружает ранее сохраненное состояние.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📸 Сделать скриншот (</a:t>
            </a:r>
            <a:r>
              <a:rPr lang="en-US" altLang="ru-RU" sz="1700" dirty="0" err="1">
                <a:solidFill>
                  <a:srgbClr val="0F1115"/>
                </a:solidFill>
                <a:latin typeface="Menlo"/>
              </a:rPr>
              <a:t>take_screenshot</a:t>
            </a: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7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Делает снимок текущего вида на холсте.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📊 Экспорт данных (</a:t>
            </a:r>
            <a:r>
              <a:rPr lang="en-US" altLang="ru-RU" sz="1700" dirty="0" err="1">
                <a:solidFill>
                  <a:srgbClr val="0F1115"/>
                </a:solidFill>
                <a:latin typeface="Menlo"/>
              </a:rPr>
              <a:t>export_data</a:t>
            </a: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kumimoji="0" lang="ru-RU" altLang="ru-RU" sz="17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Выгружает основные параметры планет (название, расстояние, температуру) в CSV-файл для анализа в Excel или других программах.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E82A8FE-080A-43BD-AACB-5A8522E8F3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2995" y="2800351"/>
            <a:ext cx="4900719" cy="2409924"/>
          </a:xfrm>
        </p:spPr>
      </p:pic>
    </p:spTree>
    <p:extLst>
      <p:ext uri="{BB962C8B-B14F-4D97-AF65-F5344CB8AC3E}">
        <p14:creationId xmlns:p14="http://schemas.microsoft.com/office/powerpoint/2010/main" val="81273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E51BC3-BFF3-48B8-9F2B-F6B6251E3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Заключение и итоги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1EE16D-A614-442D-9640-78F521A2A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Что получилось: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Создан полноценный, расширяемый симулятор Солнечной системы с упором на интерактивность и визуальную составляющую.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Ключевые достижения: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Масштабируемость: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Легко добавлять новые объекты благодаря модульной структуре данных.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Производительность: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Оптимизация через кэширование изображений и фоновый подсчет FPS позволяет держать 20+ кадров в секунду даже с тысячами объектов.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Образовательная ценность: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Объединение игровой механики (полеты, зум) с реальными научными данными о планетах.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Кроссплатформенность: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Работает везде, где есть Python (Windows,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macOS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Linux).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Возможности для улучшения: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Добавить реальную физику гравитационного взаимодействия.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систему космических кораблей и миссий.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Подключить базу данных реальных координат звезд и планет.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3813751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123</TotalTime>
  <Words>973</Words>
  <Application>Microsoft Office PowerPoint</Application>
  <PresentationFormat>Широкоэкранный</PresentationFormat>
  <Paragraphs>109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Menlo</vt:lpstr>
      <vt:lpstr>quote-cjk-patch</vt:lpstr>
      <vt:lpstr>Wingdings 3</vt:lpstr>
      <vt:lpstr>Легкий дым</vt:lpstr>
      <vt:lpstr>🚀 МЕГА-СИМУЛЯЦИЯ СОЛНЕЧНОЙ СИСТЕМЫ 3000</vt:lpstr>
      <vt:lpstr>Цель и концепция проекта </vt:lpstr>
      <vt:lpstr> Технический стек и библиотеки </vt:lpstr>
      <vt:lpstr> Структура проекта (архитектура) </vt:lpstr>
      <vt:lpstr>Генерация Вселенной </vt:lpstr>
      <vt:lpstr>Управление и интерфейс (UX) </vt:lpstr>
      <vt:lpstr>Детальная информация о планетах </vt:lpstr>
      <vt:lpstr>Визуальные эффекты (Feature Highlights) </vt:lpstr>
      <vt:lpstr>Функции сохранения и экспорта </vt:lpstr>
      <vt:lpstr>Заключение и итоги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МЕГА-СИМУЛЯЦИЯ СОЛНЕЧНОЙ СИСТЕМЫ 3000</dc:title>
  <dc:creator>Студент ММС</dc:creator>
  <cp:lastModifiedBy>Студент ММС</cp:lastModifiedBy>
  <cp:revision>14</cp:revision>
  <dcterms:created xsi:type="dcterms:W3CDTF">2026-03-03T09:24:28Z</dcterms:created>
  <dcterms:modified xsi:type="dcterms:W3CDTF">2026-03-04T06:45:16Z</dcterms:modified>
</cp:coreProperties>
</file>